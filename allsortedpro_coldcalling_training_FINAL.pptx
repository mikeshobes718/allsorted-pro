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648"/>
          </a:solidFill>
          <a:ln w="12700">
            <a:solidFill>
              <a:srgbClr val="2D6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ALLSORTED 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Calling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Guide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Appointment Setters &amp; Cold Callers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AllSorted Pro  ·  Internal Training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selling and who you're calling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success looks like for you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995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 what to say from the first second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41732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08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pushback and exactly how to respond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51460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1460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the Appointment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close for the Calendly booking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114800" cy="9601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11880"/>
            <a:ext cx="73152" cy="9601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83480" y="3995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Standards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required, what's not tolerated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Service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selling and who you're calling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AllSorted Pro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 bookkeeping for small US business owners. We handle everything monthly — categorizing expenses, reconciling bank accounts, and delivering a clean Profit &amp; Loss report.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67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$97/month for founding members (first 10 clients only). $197/month after that. First call is free — no credit card, no contract, cancel anytime.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63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 — trucking companies, contractors, restaurants. Owner-operators who answer their own phone and hate paperwork.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05656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599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say yes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5254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spending 5–10 hours/month on their own books. We take that away for less than $100/month. It's an easy yes if you position it right.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Get Paid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Activity Guarantee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 meeting minimum daily call activity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813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029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Showed Appointment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every prospect who shows up to the discovery 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3192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81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$350–700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" y="3630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Monthly Total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consistent performance of 5–15 booked appointments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081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Part-time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0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Hours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hrs/week — path to full-time for top performers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paid on appointments that SHOW UP — not just booked. Quality over quantity.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$200 monthly activity guarantee is contingent on meeting a minimum of 80 outbound calls per day across a standard 20-hour work week. Callers who consistently fall below this threshold in a given month will have their guarantee prorated accordingly. Commission earnings are uncapped and paid in addition.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Job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success looks like for you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One Job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business owners from the lead list → introduce the service → book interested prospects onto the Calendly calendar.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job: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sale — Mike does the discovery call and closes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every detail of the service — just get them curious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billing, contracts, or onboarding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Contacting clients who are already signed up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promises about pricing or timelines beyond what's in your brief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Targets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6459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20240" cy="16459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371600"/>
            <a:ext cx="1920240" cy="73152"/>
          </a:xfrm>
          <a:prstGeom prst="rect">
            <a:avLst/>
          </a:prstGeom>
          <a:solidFill>
            <a:srgbClr val="2D6648"/>
          </a:solidFill>
          <a:ln w="12700">
            <a:solidFill>
              <a:srgbClr val="2D66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08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6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20240" cy="16459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71600"/>
            <a:ext cx="1920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08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36592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calls/day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1696" y="1371600"/>
            <a:ext cx="1920240" cy="16459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371600"/>
            <a:ext cx="1920240" cy="7315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508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21424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show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200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slower. Scripts feel unnatural. Rejection hits harder. This is normal — push through.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37947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develops. Objections become familiar. Bookings start happening naturally.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9884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89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4389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script cold. You handle objections without thinking. Earnings grow.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Opening Script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 what to say from the first second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Cold Open — Say This Exactly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14884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214884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is this </a:t>
            </a:r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 Name]</a:t>
            </a:r>
            <a:pPr indent="0" marL="0">
              <a:buNone/>
            </a:pPr>
            <a:r>
              <a:rPr lang="en-US" sz="15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
</a:t>
            </a:r>
            <a:pPr indent="0" marL="0">
              <a:buNone/>
            </a:pPr>
            <a:r>
              <a:rPr lang="en-US" sz="15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— this is </a:t>
            </a:r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5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calling from AllSorted Pro. We do bookkeeping for small business owners — a lot of owners we speak to are spending 5 to 10 hours a month on their own books.
</a:t>
            </a:r>
            <a:pPr indent="0" marL="0">
              <a:buNone/>
            </a:pPr>
            <a:r>
              <a:rPr lang="en-US" sz="15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it simple and affordable — starting at $97 a month. Is that something worth a quick 15-minute conversation?"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675888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their name first: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35844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you have the right person and creates immediate personal connection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69664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question: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407822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fill silence. Let them respond. Silence means they're thinking.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rush: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45720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slowly and clearly. You are not reading — you are having a conversation.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Someone Else Answers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0467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07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SAY: "Who's calling?"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SAY: "This is [Name] from AllSorted Pro — I'm trying to reach [Owner Name] about their bookkeeping. Is he/she available?"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8745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Don't over-explain. Short and confident.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80467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73152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951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SAY: "What's this about?"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5146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SAY: "We help business owners handle their monthly bookkeeping. I just need 60 seconds with [Owner Name] — is he/she around?"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7889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it simple. Gatekeepers don't need the full pitch.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80467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095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SAY: "He/She's not available"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429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SAY: "No problem — when's a good time to reach him/her directly? I'll call back then."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703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try to get a specific callback time. Don't just say 'I'll try again.'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80467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69080"/>
            <a:ext cx="73152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239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SAY: "We already have a bookkeeper"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343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SAY: "Got it — I'll make a note. Is the owner still the best person to reach for business decisions like that?"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the door open. This is info, not a hard no.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 Handling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pushback and exactly how to respond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Common Objections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04672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081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"I already have a bookkeeper / accountant"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781812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099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"That's great — a lot of our clients have CPAs too. We actually make their job easier by delivering clean, organized books. Is your bookkeeping fully caught up right now?"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804672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73152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042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"I do it myself"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2587752"/>
            <a:ext cx="781812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06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"Totally get it — how many hours would you say it takes you each month? Most owners tell us 5 to 10 hours. That's time back in your week for $97 a month. Worth a quick 15-minute conversation?"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8229600" cy="804672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63824"/>
            <a:ext cx="73152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00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"How much does it cost?"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3483864"/>
            <a:ext cx="781812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021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"$97 a month for our founding member rate — that's locked in forever. Most business owners spend more than that on software they barely use. And the first month is always free."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8229600" cy="804672"/>
          </a:xfrm>
          <a:prstGeom prst="rect">
            <a:avLst/>
          </a:prstGeom>
          <a:solidFill>
            <a:srgbClr val="F0EDE6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59936"/>
            <a:ext cx="73152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0965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"Send me an email"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379976"/>
            <a:ext cx="781812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982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"Absolutely — what's the best email? And just so I can personalize it — is bookkeeping something you're handling yourself right now or does someone else manage it?"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Objections — Stay Calm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0817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"Not interested"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550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"Totally fair. Can I just ask — is it that bookkeeping is already handled, or more that the timing isn't right? Either way I won't bother you."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396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"I'm too busy right now"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865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"Of course — when's a better time to call back? I'll put it in my calendar and reach out then."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7121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"Is this a scam?"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181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"Completely understand the skepticism — we get that a lot with cold calls. Our website is allsortedpro.com — you can check us out before we even talk. Would next week be better?"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73152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60273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"How do I know you're legit?"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38496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"Fair question. You can find us at allsortedpro.com. The 15-minute call costs you nothing — if it doesn't feel right, you hang up. No pressure at all."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97680"/>
            <a:ext cx="73152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33425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"We're not looking for anything right now"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45811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"Understood — when do things typically slow down for you? I can follow up at a better time."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Mindset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are not rejections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objection means they're still on the phone. A real rejection is a hang-up. As long as they're talking, you have a chance.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argue — redirect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disagree with an objection. Acknowledge it, then steer back to curiosity. 'I understand — can I ask...'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95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objections = move 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1129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gives you two clear objections in a row, thank them and hang up professionally. Don't beg.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78808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056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a volume game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074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95 people say no, 5 say yes. Your job is to get through the 95 as fast as possible. Speed and consistency matter more than perfection.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the Appointment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close for the Calendly booking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THE APPOINTMENT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Close for the Booking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05156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"Great — I can send you a link right now to grab a 15-minute time slot that works for you. It's completely free, no pressure. What's a good email or number to send that to?"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their email or phone: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4871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whichever they prefer — email OR phone number to send the Calendly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72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link immediately: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30083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Calendly link while they're still on the phone — don't wait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935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they received it: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5295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see it? Great — go ahead and grab a time that works for you"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05656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050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in the dashboard: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40507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Booked in your caller dashboard with their name, company, and contact info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26864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360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Mike on WhatsApp: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7180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Mike immediately: Name, company, phone, booked time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THE APPOINTMENT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Leaving a Voicemail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voicemail on 1 in every 3 no-answers. Never leave one every call — it wastes time and sounds desperate.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141732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SCRIPT: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</a:t>
            </a:r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pPr indent="0" marL="0">
              <a:buNone/>
            </a:pPr>
            <a:r>
              <a:rPr lang="en-US" sz="14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this is </a:t>
            </a:r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4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AllSorted Pro. We do monthly bookkeeping for business owners — starting at $97 a month. If you're spending time on your own books, I'd love to show you a better way. Give me a call back at </a:t>
            </a:r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Number]</a:t>
            </a:r>
            <a:pPr indent="0" marL="0">
              <a:buNone/>
            </a:pPr>
            <a:r>
              <a:rPr lang="en-US" sz="14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Thanks!"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seconds: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36499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voicemails get deleted immediately. Short ones get called back.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name and company clearly: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3931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slowly. They'll Google AllSorted Pro if they're curious.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9028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98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reason to call back: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4498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pitch the whole service. Just create enough curiosity.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&amp; Standards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required, what's not tolerated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STANDARDS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 Rules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calls minimum per 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465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exceptions. This is your baseline. Under 80 is not working — it's warming 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 in the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 goes unlogged. Outcome, notes, callback date if applicable. Every single call.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book real, qualified prospects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21538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book someone who said no just to earn commission. Unqualified bookings hurt everyone.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32588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Mike for every booking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7488" y="17465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Mike immediately after every booking: name, company, phone, booked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60320"/>
            <a:ext cx="73152" cy="10972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promise what you can't deliver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2980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quote custom prices, make guarantees, or commit to timelines. Stick to the brief.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4114800" cy="10972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94760"/>
            <a:ext cx="73152" cy="1097280"/>
          </a:xfrm>
          <a:prstGeom prst="rect">
            <a:avLst/>
          </a:prstGeom>
          <a:solidFill>
            <a:srgbClr val="1A3D2B"/>
          </a:solidFill>
          <a:ln w="12700">
            <a:solidFill>
              <a:srgbClr val="1A3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at all times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7488" y="421538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arguing, no cursing, no losing your temper. End calls politely even when people are rude.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STANDARDS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You Let Go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fake or unqualified appointments to earn commission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fraud. Immediate termination.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11096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568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performance under 80 calls/day with no explanation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128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calling, you're not working.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23744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6946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 about call outcomes in the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8254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verify. Dishonesty is an immediate end to the relationship.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36392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18211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off-script to make false promises to prospects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4381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client complaints and legal risk for the business.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947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responding to Mike's messages within 24 hours on a work 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050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part of the job.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61688"/>
            <a:ext cx="8229600" cy="530352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61688"/>
            <a:ext cx="73152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074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Contacting signed-up clients directly without authorization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4663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an appointment setter — not account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STANDARDS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You Use Every 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42032" y="14447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Skype, Google Voice, Zoiper, or RingCentral — whatever you set up. You are responsible for keeping this working and topped 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Dashboard: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42032" y="217627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lead list lives. Log every call outcome here — status, notes, callback date. Updated in real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 Link: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90779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link you send to interested prospects. Do not share any other link or contact information.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Mike: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363931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 line for every booking notification, questions, and urgent issues. Response expected same day on work days.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AFAF7"/>
          </a:solidFill>
          <a:ln w="6350">
            <a:solidFill>
              <a:srgbClr val="D4D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 CSV: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42032" y="437083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lead list is provided as a CSV and uploaded to the dashboard. Work top to bottom. Don't skip leads.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Ready to Dial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lead list — top to bottom, no skipping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calls minimum before you stop for the day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 in the dashboard — no exceptions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Mike on WhatsApp the moment you book an appointment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normal. Volume is everything. Keep dialing.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your first call? Message Mike on WhatsApp.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Calling Training — AllSorted Pro</dc:title>
  <dc:subject>PptxGenJS Presentation</dc:subject>
  <dc:creator>AllSorted Pro</dc:creator>
  <cp:lastModifiedBy>AllSorted Pro</cp:lastModifiedBy>
  <cp:revision>1</cp:revision>
  <dcterms:created xsi:type="dcterms:W3CDTF">2026-04-06T20:25:41Z</dcterms:created>
  <dcterms:modified xsi:type="dcterms:W3CDTF">2026-04-06T20:25:41Z</dcterms:modified>
</cp:coreProperties>
</file>