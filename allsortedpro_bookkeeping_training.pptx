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6648"/>
          </a:solidFill>
          <a:ln w="12700">
            <a:solidFill>
              <a:srgbClr val="2D66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ALLSORTED 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Bookkeeping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Guide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 Bookkeepers &amp; Operations Staff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AllSorted Pro  ·  Internal Training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and what we promise clients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2898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Basics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accounts, and chart of accounts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1188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995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Workflow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233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process to complete each client's books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41732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41732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508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1801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and what clients receive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51460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51460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83480" y="2898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Standards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deadlines, and communication rules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1188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83480" y="3995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4233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 and how to fix errors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and what we promise clients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AllSorted Pro provides done-for-you bookkeeping services to small US business owners. We handle everything monthly — reconciliation, expenses, reports — so clients never think about their books.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our clients 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owners across the US. Trucking companies, contractors, restaurants, freelancers — anyone with financial transactions who hates managing their own books.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promise to clients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930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books every month, delivered on time, with a simple P&amp;L report they can actually understand. One dedicated bookkeeper — the same person every month.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bookkeeper. You are what makes this promise real. Every client's experience depends on the quality and consistency of your work.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Service &amp; Pricing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$97/mo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clients locked in at this rate forever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08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$197/mo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clients after the founding tier is full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154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Cycle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 monthly. We deliver monthly. Simple.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931920" cy="14630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154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contract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93776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Promise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to month. Clients stay because we're good.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QuickBooks Basics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accounts, and chart of accounts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ONLINE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Areas to Know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client's financial health at a glance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67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connect bank feeds and categorize 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00984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63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56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customers, and income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97096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59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525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Bills, vendors, and expense categorization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508760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664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and all client-facing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404872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267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560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list of all account categories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300984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163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456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bank statements to QBO — most critical task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4197096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059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View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43525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work in Accountant View, not Business View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ONLINE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of Accounts — The 5 Categories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08760" cy="32918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508760" cy="32004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owns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Checking, savings, equipment, receivables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39696" y="1371600"/>
            <a:ext cx="1508760" cy="32918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39696" y="1371600"/>
            <a:ext cx="1508760" cy="320040"/>
          </a:xfrm>
          <a:prstGeom prst="rect">
            <a:avLst/>
          </a:prstGeom>
          <a:solidFill>
            <a:srgbClr val="2D6648"/>
          </a:solidFill>
          <a:ln w="12700">
            <a:solidFill>
              <a:srgbClr val="2D66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31136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owes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31136" y="23317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cards, loans, payables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22192" y="1371600"/>
            <a:ext cx="1508760" cy="32918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22192" y="1371600"/>
            <a:ext cx="1508760" cy="3200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13632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stake in the business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13632" y="23317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draws, retained earnings, capital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04688" y="1371600"/>
            <a:ext cx="1508760" cy="32918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04688" y="1371600"/>
            <a:ext cx="1508760" cy="3200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96128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coming 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96128" y="23317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revenue, service income, fees earned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87184" y="1371600"/>
            <a:ext cx="1508760" cy="32918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87184" y="1371600"/>
            <a:ext cx="1508760" cy="3200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78624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going out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78624" y="23317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insurance, payroll, supplies, rent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you post must be assigned to one of these 5 account types.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Workflow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process to complete each client's books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Process — Every Client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62456"/>
            <a:ext cx="411480" cy="411480"/>
          </a:xfrm>
          <a:prstGeom prst="ellipse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" y="1783080"/>
            <a:ext cx="0" cy="164592"/>
          </a:xfrm>
          <a:prstGeom prst="line">
            <a:avLst/>
          </a:prstGeom>
          <a:noFill/>
          <a:ln w="19050">
            <a:solidFill>
              <a:srgbClr val="D4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25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/ Verify Bank Feed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accounts are connected and transactions have synced for the full 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411480" cy="411480"/>
          </a:xfrm>
          <a:prstGeom prst="ellipse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933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" y="2404872"/>
            <a:ext cx="0" cy="164592"/>
          </a:xfrm>
          <a:prstGeom prst="line">
            <a:avLst/>
          </a:prstGeom>
          <a:noFill/>
          <a:ln w="19050">
            <a:solidFill>
              <a:srgbClr val="D4D0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947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Transactions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21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assign every transaction to the correct account in the Chart of Accounts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151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" y="3026664"/>
            <a:ext cx="0" cy="164592"/>
          </a:xfrm>
          <a:prstGeom prst="line">
            <a:avLst/>
          </a:prstGeom>
          <a:noFill/>
          <a:ln w="19050">
            <a:solidFill>
              <a:srgbClr val="D4D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5694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Accounts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8437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QBO to the client's bank statement — every dollar must align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411480" cy="411480"/>
          </a:xfrm>
          <a:prstGeom prst="ellipse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369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" y="3648456"/>
            <a:ext cx="0" cy="164592"/>
          </a:xfrm>
          <a:prstGeom prst="line">
            <a:avLst/>
          </a:prstGeom>
          <a:noFill/>
          <a:ln w="19050">
            <a:solidFill>
              <a:srgbClr val="D4D0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1912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 Errors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4655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duplicates, miscategorized transactions, or missing entries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9624"/>
            <a:ext cx="411480" cy="411480"/>
          </a:xfrm>
          <a:prstGeom prst="ellipse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587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3796" y="4270248"/>
            <a:ext cx="0" cy="164592"/>
          </a:xfrm>
          <a:prstGeom prst="line">
            <a:avLst/>
          </a:prstGeom>
          <a:noFill/>
          <a:ln w="19050">
            <a:solidFill>
              <a:srgbClr val="D4D0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813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P&amp;L Report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087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Profit &amp; Loss report for the month and review for accuracy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71416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805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434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Client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P&amp;L to the client via email with a brief summary note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Categorizing Transactions — Rules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58368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07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ask: what was this for?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6550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unsure what a transaction is for, flag it for the client. Never guess on a large or unusual item.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8229600" cy="658368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75688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30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 month to month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404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fuel was categorized as 'Vehicle Expenses' last month, keep it the same. Consistency makes reports meaningful.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8229600" cy="658368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25496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80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existing categories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154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the account already exists before creating a new one. Too many accounts = messy books.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75304"/>
            <a:ext cx="8229600" cy="658368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75304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630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trucking categories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9044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Vehicle Expenses · Truck payment → Loan Repayment · Insurance → Business Insurance · Repairs → Vehicle Maintenance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25112"/>
            <a:ext cx="8229600" cy="658368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325112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3799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— ask Mike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6542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transaction over $500 that you're unsure about. Never assume on large items.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Reconciliation — The Most Critical Step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= matching QuickBooks exactly to the client's bank statement. The ending balance must be $0 difference.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91440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933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Accounting → Reconcile in QBO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account (checking, savings, credit card)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91440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99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statement ending balance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from the client's bank statement — exact to the cent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114800" cy="91440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005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statement ending 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day of the month you're reconciling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920240"/>
            <a:ext cx="4114800" cy="91440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9933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each transaction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every deposit and payment in QBO to the bank statement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114800" cy="91440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999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must reach $0.00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doesn't, find the discrepancy before finishing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931920"/>
            <a:ext cx="4114800" cy="91440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4005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Finish Now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a reconciliation unfinished — it breaks future months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and what clients receive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Profit &amp; Loss Report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P&amp;L is the #1 report clients care about. It shows revenue, expenses, and net profit for the month.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0EDE6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Income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1305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money the business earned that 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0EDE6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5237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706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costs to deliver the service or product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1638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4107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minus COGS — auto-calculated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0EDE6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803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0507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— fuel, insurance, office, payroll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443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/ Loss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6908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owner actually made. The bottom line.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Delivering Reports to Clients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 — Send This Every Month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[Month] Books Are Ready — AllSorted Pro
</a:t>
            </a:r>
            <a:pPr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</a:t>
            </a:r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[Name], your [Month] bookkeeping is complete. Your P&amp;L is attached. Revenue: $X | Expenses: $X | Net Profit: $X. Let me know if you have any questions.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07208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697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delivered by the 10th of the following month. No exceptions.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92424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82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282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P&amp;L as PDF from QBO. Attach to email. Never send a screenshot.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8679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and brief. You represent AllSorted Pro with every email.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62856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53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445312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find anything unusual (large unexplained charge, missing month of data), tell Mike before sending the report.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Standards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deadlines, and communication rules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STANDARDS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Non-Negotiable Standards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0972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7647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submit books with a reconciliation difference. $0.00 or it's not done.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73152" cy="10972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by the 10th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9992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client's books must be completed and delivered by the 10th of the following month.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94760"/>
            <a:ext cx="73152" cy="10972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04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person, same process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42336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are assigned to you specifically. Learn their business. Be consistent.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325880"/>
            <a:ext cx="7315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early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47488" y="17647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you'll miss a deadline or hit a problem, tell Mike immediately — not after the fact.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560320"/>
            <a:ext cx="7315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contact clients directly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29992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 communication goes through Mike unless you're specifically told otherwise.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9476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94760"/>
            <a:ext cx="7315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904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anything unusual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47488" y="42336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large transactions, missing data, or anything that looks off — escalate before proceeding.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 and how to fix errors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Mistakes That Will Get You Flagged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5486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feeds sometimes import the same transaction twice. Always scan for duplicates before reconciling.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8229600" cy="5486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47672"/>
            <a:ext cx="73152" cy="5486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391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account type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4942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 loan repayment as an expense instead of a liability payment. Learn the difference.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8229600" cy="5486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69464"/>
            <a:ext cx="73152" cy="5486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609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reconciliation unfinished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7121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reconcile breaks every future month. Always finish what you start.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91256"/>
            <a:ext cx="8229600" cy="5486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91256"/>
            <a:ext cx="73152" cy="5486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826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uncategorized transactions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49300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QBO will leave things in 'Uncategorized Expense' if it can't match them. These must be sorted every month.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13048"/>
            <a:ext cx="8229600" cy="5486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13048"/>
            <a:ext cx="73152" cy="5486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044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personal and business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1148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client uses their business card for personal items, flag it — don't just post it as a business expense.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434840"/>
            <a:ext cx="73152" cy="5486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526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4480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the prior month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473659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 last month's reconciliation before starting the new month. Issues compound fast.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Ready to Start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first client's books within 48 hours of being assigned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Mike immediately if you hit any issue you can't resolve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every report by the 10th — no exceptions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represents AllSorted Pro. Be accurate. Be professional. Be on time.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Mike before starting your first client.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Bookkeeping Training — AllSorted Pro</dc:title>
  <dc:subject>PptxGenJS Presentation</dc:subject>
  <dc:creator>AllSorted Pro</dc:creator>
  <cp:lastModifiedBy>AllSorted Pro</cp:lastModifiedBy>
  <cp:revision>1</cp:revision>
  <dcterms:created xsi:type="dcterms:W3CDTF">2026-04-06T20:16:48Z</dcterms:created>
  <dcterms:modified xsi:type="dcterms:W3CDTF">2026-04-06T20:16:48Z</dcterms:modified>
</cp:coreProperties>
</file>